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hot-thai-kitchen.com/thai-recipes-for-beginners/#:~:text=If%20you're%20grilling%20some,be%20tricky%20to%20get%20right."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aloythai.com/blog/thai-food-for-beginners-a-starters-guide-to-thai-flavors-and-dishes-at-aloy-thai-eatery/#:~:text=The%20secret%20to%20incredible%20Thai,fish%20sauce%2C%20and%20aromatic%20chilies."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6406025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Nitin Tripathi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nitintripathi79@gmail.com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8373911665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[Food]</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[Thai Recipe Guidance]</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647789" y="1234440"/>
            <a:ext cx="10513270" cy="5909310"/>
          </a:xfrm>
          <a:prstGeom prst="rect">
            <a:avLst/>
          </a:prstGeom>
          <a:noFill/>
        </p:spPr>
        <p:txBody>
          <a:bodyPr wrap="square" rtlCol="0">
            <a:spAutoFit/>
          </a:bodyPr>
          <a:lstStyle/>
          <a:p>
            <a:pPr fontAlgn="base"/>
            <a:r>
              <a:rPr lang="en-US" b="1" dirty="0"/>
              <a:t>Problem Statement : Thai Recipe Agent</a:t>
            </a:r>
            <a:r>
              <a:rPr lang="en-US" dirty="0"/>
              <a:t> </a:t>
            </a:r>
          </a:p>
          <a:p>
            <a:pPr fontAlgn="base"/>
            <a:endParaRPr lang="en-US" b="1" dirty="0"/>
          </a:p>
          <a:p>
            <a:r>
              <a:rPr lang="en-US" b="0" u="none" strike="noStrike" dirty="0">
                <a:effectLst/>
                <a:latin typeface="Google Sans"/>
              </a:rPr>
              <a:t>Develop an AI-powered conversational agent that provides users with authentic Thai cooking instructions, ingredient insights, substitutions, and culinary context, acting as a personal, knowledgeable Thai cooking assistant .</a:t>
            </a:r>
          </a:p>
          <a:p>
            <a:r>
              <a:rPr lang="en-US" b="1" u="none" strike="noStrike" dirty="0">
                <a:effectLst/>
                <a:latin typeface="Google Sans"/>
              </a:rPr>
              <a:t>Key Challenges to Address</a:t>
            </a:r>
            <a:endParaRPr lang="en-US" b="0" u="none" strike="noStrike" dirty="0">
              <a:effectLst/>
              <a:latin typeface="Google Sans"/>
            </a:endParaRPr>
          </a:p>
          <a:p>
            <a:pPr>
              <a:buFont typeface="Arial" panose="020B0604020202020204" pitchFamily="34" charset="0"/>
              <a:buChar char="•"/>
            </a:pPr>
            <a:r>
              <a:rPr lang="en-US" b="1" u="none" strike="noStrike" dirty="0">
                <a:effectLst/>
                <a:latin typeface="Google Sans"/>
              </a:rPr>
              <a:t>Authenticity and Standardization:</a:t>
            </a:r>
            <a:r>
              <a:rPr lang="en-US" b="0" u="none" strike="noStrike" dirty="0">
                <a:effectLst/>
                <a:latin typeface="Google Sans"/>
              </a:rPr>
              <a:t> Navigating the lack of standardized definitions in Thai cuisine to provide authentic, high-quality recipes rather than diluted interpretations .</a:t>
            </a:r>
          </a:p>
          <a:p>
            <a:pPr>
              <a:buFont typeface="Arial" panose="020B0604020202020204" pitchFamily="34" charset="0"/>
              <a:buChar char="•"/>
            </a:pPr>
            <a:r>
              <a:rPr lang="en-US" b="1" u="none" strike="noStrike" dirty="0">
                <a:effectLst/>
                <a:latin typeface="Google Sans"/>
              </a:rPr>
              <a:t>Regional Diversity:</a:t>
            </a:r>
            <a:r>
              <a:rPr lang="en-US" b="0" u="none" strike="noStrike" dirty="0">
                <a:effectLst/>
                <a:latin typeface="Google Sans"/>
              </a:rPr>
              <a:t> Recognizing that Thai food varies significantly across four main regions (North, Northeast, Central, South), each with unique ingredients and traditions.</a:t>
            </a:r>
          </a:p>
          <a:p>
            <a:pPr>
              <a:buFont typeface="Arial" panose="020B0604020202020204" pitchFamily="34" charset="0"/>
              <a:buChar char="•"/>
            </a:pPr>
            <a:r>
              <a:rPr lang="en-US" b="1" u="none" strike="noStrike" dirty="0">
                <a:effectLst/>
                <a:latin typeface="Google Sans"/>
              </a:rPr>
              <a:t>Dynamic Ingredient Management:</a:t>
            </a:r>
            <a:r>
              <a:rPr lang="en-US" b="0" u="none" strike="noStrike" dirty="0">
                <a:effectLst/>
                <a:latin typeface="Google Sans"/>
              </a:rPr>
              <a:t> Solving the issue of missing ingredients by recommending appropriate, authentic substitutes based on taste, smell, and texture (e.g., swapping out shallots for red onions or lime for tamarind).</a:t>
            </a:r>
          </a:p>
          <a:p>
            <a:pPr>
              <a:buFont typeface="Arial" panose="020B0604020202020204" pitchFamily="34" charset="0"/>
              <a:buChar char="•"/>
            </a:pPr>
            <a:r>
              <a:rPr lang="en-US" b="1" u="none" strike="noStrike" dirty="0">
                <a:effectLst/>
                <a:latin typeface="Google Sans"/>
              </a:rPr>
              <a:t>Balancing Flavors:</a:t>
            </a:r>
            <a:r>
              <a:rPr lang="en-US" b="0" u="none" strike="noStrike" dirty="0">
                <a:effectLst/>
                <a:latin typeface="Google Sans"/>
              </a:rPr>
              <a:t> Assisting users in balancing the five fundamental Thai tastes: salty, sweet, sour, spicy, and creamy.</a:t>
            </a:r>
          </a:p>
          <a:p>
            <a:r>
              <a:rPr lang="en-US" b="1" u="none" strike="noStrike" dirty="0">
                <a:effectLst/>
                <a:latin typeface="Google Sans"/>
              </a:rPr>
              <a:t>Core Functionalities of the Agent</a:t>
            </a:r>
            <a:endParaRPr lang="en-US" b="0" u="none" strike="noStrike" dirty="0">
              <a:effectLst/>
              <a:latin typeface="Google Sans"/>
            </a:endParaRPr>
          </a:p>
          <a:p>
            <a:pPr>
              <a:buFont typeface="Arial" panose="020B0604020202020204" pitchFamily="34" charset="0"/>
              <a:buChar char="•"/>
            </a:pPr>
            <a:r>
              <a:rPr lang="en-US" b="1" u="none" strike="noStrike" dirty="0">
                <a:effectLst/>
                <a:latin typeface="Google Sans"/>
              </a:rPr>
              <a:t>Knowledge Retrieval:</a:t>
            </a:r>
            <a:r>
              <a:rPr lang="en-US" b="0" u="none" strike="noStrike" dirty="0">
                <a:effectLst/>
                <a:latin typeface="Google Sans"/>
              </a:rPr>
              <a:t> Utilizing a specialized knowledge base of authentic recipes.</a:t>
            </a:r>
          </a:p>
          <a:p>
            <a:pPr>
              <a:buFont typeface="Arial" panose="020B0604020202020204" pitchFamily="34" charset="0"/>
              <a:buChar char="•"/>
            </a:pPr>
            <a:r>
              <a:rPr lang="en-US" b="1" u="none" strike="noStrike" dirty="0">
                <a:effectLst/>
                <a:latin typeface="Google Sans"/>
              </a:rPr>
              <a:t>Natural Language Interaction:</a:t>
            </a:r>
            <a:r>
              <a:rPr lang="en-US" b="0" u="none" strike="noStrike" dirty="0">
                <a:effectLst/>
                <a:latin typeface="Google Sans"/>
              </a:rPr>
              <a:t> Answering questions such as "How do I make authentic Pad Thai?" or "What's the difference between red and green curry?".</a:t>
            </a:r>
          </a:p>
          <a:p>
            <a:pPr>
              <a:buFont typeface="Arial" panose="020B0604020202020204" pitchFamily="34" charset="0"/>
              <a:buChar char="•"/>
            </a:pPr>
            <a:r>
              <a:rPr lang="en-US" b="1" u="none" strike="noStrike" dirty="0">
                <a:effectLst/>
                <a:latin typeface="Google Sans"/>
              </a:rPr>
              <a:t>Ingredient Substitutions:</a:t>
            </a:r>
            <a:r>
              <a:rPr lang="en-US" b="0" u="none" strike="noStrike" dirty="0">
                <a:effectLst/>
                <a:latin typeface="Google Sans"/>
              </a:rPr>
              <a:t> Suggesting alternatives based on availability.</a:t>
            </a:r>
          </a:p>
          <a:p>
            <a:pPr>
              <a:buFont typeface="Arial" panose="020B0604020202020204" pitchFamily="34" charset="0"/>
              <a:buChar char="•"/>
            </a:pPr>
            <a:r>
              <a:rPr lang="en-US" b="1" u="none" strike="noStrike" dirty="0">
                <a:effectLst/>
                <a:latin typeface="Google Sans"/>
              </a:rPr>
              <a:t>Technique Guidance:</a:t>
            </a:r>
            <a:r>
              <a:rPr lang="en-US" b="0" u="none" strike="noStrike" dirty="0">
                <a:effectLst/>
                <a:latin typeface="Google Sans"/>
              </a:rPr>
              <a:t> Explaining, for example, how to prevent coconut milk from separating in curry.</a:t>
            </a:r>
          </a:p>
          <a:p>
            <a:r>
              <a:rPr lang="en-US" b="1" u="none" strike="noStrike" dirty="0">
                <a:effectLst/>
                <a:latin typeface="Google Sans"/>
              </a:rPr>
              <a:t>Potential Use Cases</a:t>
            </a:r>
            <a:endParaRPr lang="en-US" b="0" u="none" strike="noStrike" dirty="0">
              <a:effectLst/>
              <a:latin typeface="Google Sans"/>
            </a:endParaRPr>
          </a:p>
          <a:p>
            <a:pPr>
              <a:buFont typeface="Arial" panose="020B0604020202020204" pitchFamily="34" charset="0"/>
              <a:buChar char="•"/>
            </a:pPr>
            <a:r>
              <a:rPr lang="en-US" b="1" u="none" strike="noStrike" dirty="0">
                <a:effectLst/>
                <a:latin typeface="Google Sans"/>
              </a:rPr>
              <a:t>Home Cooking Assistant:</a:t>
            </a:r>
            <a:r>
              <a:rPr lang="en-US" b="0" u="none" strike="noStrike" dirty="0">
                <a:effectLst/>
                <a:latin typeface="Google Sans"/>
              </a:rPr>
              <a:t> Helping users prepare meals by providing step-by-step guidance.</a:t>
            </a:r>
          </a:p>
          <a:p>
            <a:pPr>
              <a:buFont typeface="Arial" panose="020B0604020202020204" pitchFamily="34" charset="0"/>
              <a:buChar char="•"/>
            </a:pPr>
            <a:r>
              <a:rPr lang="en-US" b="1" u="none" strike="noStrike" dirty="0">
                <a:effectLst/>
                <a:latin typeface="Google Sans"/>
              </a:rPr>
              <a:t>Learning Platform:</a:t>
            </a:r>
            <a:r>
              <a:rPr lang="en-US" b="0" u="none" strike="noStrike" dirty="0">
                <a:effectLst/>
                <a:latin typeface="Google Sans"/>
              </a:rPr>
              <a:t> Educating users on the history and culture behind dishes like Tom Yum.</a:t>
            </a:r>
          </a:p>
          <a:p>
            <a:pPr>
              <a:buFont typeface="Arial" panose="020B0604020202020204" pitchFamily="34" charset="0"/>
              <a:buChar char="•"/>
            </a:pPr>
            <a:r>
              <a:rPr lang="en-US" b="1" u="none" strike="noStrike" dirty="0">
                <a:effectLst/>
                <a:latin typeface="Google Sans"/>
              </a:rPr>
              <a:t>Meal Planner:</a:t>
            </a:r>
            <a:r>
              <a:rPr lang="en-US" b="0" u="none" strike="noStrike" dirty="0">
                <a:effectLst/>
                <a:latin typeface="Google Sans"/>
              </a:rPr>
              <a:t> Assisting in ingredient sourcing and meal planning based on dietary preferences (e.g., vegan/vegetarian adaptations).</a:t>
            </a:r>
          </a:p>
          <a:p>
            <a:r>
              <a:rPr lang="en-US" b="1" u="none" strike="noStrike" dirty="0">
                <a:effectLst/>
                <a:latin typeface="Google Sans"/>
              </a:rPr>
              <a:t>Expected Outcome</a:t>
            </a:r>
            <a:br>
              <a:rPr lang="en-US" b="0" u="none" strike="noStrike" dirty="0">
                <a:effectLst/>
                <a:latin typeface="Google Sans"/>
              </a:rPr>
            </a:br>
            <a:r>
              <a:rPr lang="en-US" b="0" u="none" strike="noStrike" dirty="0">
                <a:effectLst/>
                <a:latin typeface="Google Sans"/>
              </a:rPr>
              <a:t>A robust, interactive agent that enhances the user's ability to cook authentic Thai food at home, effectively bridging the gap between traditional recipes and modern convenience</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85800" y="1165753"/>
            <a:ext cx="10607040" cy="2031325"/>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754874"/>
          </a:xfrm>
          <a:prstGeom prst="rect">
            <a:avLst/>
          </a:prstGeom>
          <a:noFill/>
        </p:spPr>
        <p:txBody>
          <a:bodyPr wrap="square" rtlCol="0">
            <a:spAutoFit/>
          </a:bodyPr>
          <a:lstStyle/>
          <a:p>
            <a:pPr fontAlgn="base"/>
            <a:endParaRPr lang="en-US" b="1" dirty="0"/>
          </a:p>
          <a:p>
            <a:r>
              <a:rPr lang="en-US" b="1" dirty="0"/>
              <a:t>Proposed Solution: Thai Recipe Agent</a:t>
            </a:r>
          </a:p>
          <a:p>
            <a:r>
              <a:rPr lang="en-US" b="0" u="none" strike="noStrike" dirty="0">
                <a:effectLst/>
                <a:latin typeface="Google Sans"/>
              </a:rPr>
              <a:t>Thai recipes focus on balancing the five core flavors—</a:t>
            </a:r>
            <a:r>
              <a:rPr lang="en-US" b="1" u="none" strike="noStrike" dirty="0">
                <a:effectLst/>
                <a:latin typeface="Google Sans"/>
              </a:rPr>
              <a:t>sour, bitter, salty, sweet, and spicy</a:t>
            </a:r>
            <a:r>
              <a:rPr lang="en-US" b="0" u="none" strike="noStrike" dirty="0">
                <a:effectLst/>
                <a:latin typeface="Google Sans"/>
              </a:rPr>
              <a:t>—using accessible ingredients while maintaining authenticity . Key solutions for common challenges include using curry paste to build flavor, managing heat levels, and utilizing fresh herbs for aroma.</a:t>
            </a:r>
          </a:p>
          <a:p>
            <a:r>
              <a:rPr lang="en-US" b="1" u="none" strike="noStrike" dirty="0">
                <a:effectLst/>
                <a:latin typeface="Google Sans"/>
              </a:rPr>
              <a:t>Key Solutions for Authentic Thai Cooking</a:t>
            </a:r>
            <a:endParaRPr lang="en-US" b="0" u="none" strike="noStrike" dirty="0">
              <a:effectLst/>
              <a:latin typeface="Google Sans"/>
            </a:endParaRPr>
          </a:p>
          <a:p>
            <a:pPr>
              <a:buFont typeface="Arial" panose="020B0604020202020204" pitchFamily="34" charset="0"/>
              <a:buChar char="•"/>
            </a:pPr>
            <a:r>
              <a:rPr lang="en-US" b="1" u="none" strike="noStrike" dirty="0">
                <a:effectLst/>
                <a:latin typeface="Google Sans"/>
              </a:rPr>
              <a:t>Balancing Flavors:</a:t>
            </a:r>
            <a:r>
              <a:rPr lang="en-US" b="0" u="none" strike="noStrike" dirty="0">
                <a:effectLst/>
                <a:latin typeface="Google Sans"/>
              </a:rPr>
              <a:t> The core of Thai cuisine is balancing lime (sour), fish sauce (salty), palm sugar (sweet), and chilies (spicy) [</a:t>
            </a:r>
            <a:r>
              <a:rPr lang="en-US" b="0" u="none" strike="noStrike" dirty="0">
                <a:effectLst/>
                <a:latin typeface="Google Sans"/>
                <a:hlinkClick r:id="rId3"/>
              </a:rPr>
              <a:t>1</a:t>
            </a:r>
            <a:r>
              <a:rPr lang="en-US" b="0" u="none" strike="noStrike" dirty="0">
                <a:effectLst/>
                <a:latin typeface="Google Sans"/>
              </a:rPr>
              <a:t>, </a:t>
            </a:r>
            <a:r>
              <a:rPr lang="en-US" b="0" u="none" strike="noStrike" dirty="0">
                <a:effectLst/>
                <a:latin typeface="Google Sans"/>
                <a:hlinkClick r:id="rId4"/>
              </a:rPr>
              <a:t>2</a:t>
            </a:r>
            <a:r>
              <a:rPr lang="en-US" b="0" u="none" strike="noStrike" dirty="0">
                <a:effectLst/>
                <a:latin typeface="Google Sans"/>
              </a:rPr>
              <a:t>].</a:t>
            </a:r>
          </a:p>
          <a:p>
            <a:pPr>
              <a:buFont typeface="Arial" panose="020B0604020202020204" pitchFamily="34" charset="0"/>
              <a:buChar char="•"/>
            </a:pPr>
            <a:r>
              <a:rPr lang="en-US" b="1" u="none" strike="noStrike" dirty="0">
                <a:effectLst/>
                <a:latin typeface="Google Sans"/>
              </a:rPr>
              <a:t>The Secret Weapon (Nam </a:t>
            </a:r>
            <a:r>
              <a:rPr lang="en-US" b="1" u="none" strike="noStrike" dirty="0" err="1">
                <a:effectLst/>
                <a:latin typeface="Google Sans"/>
              </a:rPr>
              <a:t>Prik</a:t>
            </a:r>
            <a:r>
              <a:rPr lang="en-US" b="1" u="none" strike="noStrike" dirty="0">
                <a:effectLst/>
                <a:latin typeface="Google Sans"/>
              </a:rPr>
              <a:t> Pao):</a:t>
            </a:r>
            <a:r>
              <a:rPr lang="en-US" b="0" u="none" strike="noStrike" dirty="0">
                <a:effectLst/>
                <a:latin typeface="Google Sans"/>
              </a:rPr>
              <a:t> Thai chili paste (</a:t>
            </a:r>
            <a:r>
              <a:rPr lang="en-US" b="0" u="none" strike="noStrike" dirty="0" err="1">
                <a:effectLst/>
                <a:latin typeface="Google Sans"/>
              </a:rPr>
              <a:t>nam</a:t>
            </a:r>
            <a:r>
              <a:rPr lang="en-US" b="0" u="none" strike="noStrike" dirty="0">
                <a:effectLst/>
                <a:latin typeface="Google Sans"/>
              </a:rPr>
              <a:t> </a:t>
            </a:r>
            <a:r>
              <a:rPr lang="en-US" b="0" u="none" strike="noStrike" dirty="0" err="1">
                <a:effectLst/>
                <a:latin typeface="Google Sans"/>
              </a:rPr>
              <a:t>prik</a:t>
            </a:r>
            <a:r>
              <a:rPr lang="en-US" b="0" u="none" strike="noStrike" dirty="0">
                <a:effectLst/>
                <a:latin typeface="Google Sans"/>
              </a:rPr>
              <a:t> pao) can be added to fried rice and stir-fries to provide instant sweet umami flavor, notes.</a:t>
            </a:r>
          </a:p>
          <a:p>
            <a:pPr>
              <a:buFont typeface="Arial" panose="020B0604020202020204" pitchFamily="34" charset="0"/>
              <a:buChar char="•"/>
            </a:pPr>
            <a:r>
              <a:rPr lang="en-US" b="1" u="none" strike="noStrike" dirty="0">
                <a:effectLst/>
                <a:latin typeface="Google Sans"/>
              </a:rPr>
              <a:t>Making Curry Paste:</a:t>
            </a:r>
            <a:r>
              <a:rPr lang="en-US" b="0" u="none" strike="noStrike" dirty="0">
                <a:effectLst/>
                <a:latin typeface="Google Sans"/>
              </a:rPr>
              <a:t> For Green Curry, making paste from scratch using green chilies, lemongrass, galangal, makrut lime peel, and shrimp paste is recommended for better texture.</a:t>
            </a:r>
          </a:p>
          <a:p>
            <a:pPr>
              <a:buFont typeface="Arial" panose="020B0604020202020204" pitchFamily="34" charset="0"/>
              <a:buChar char="•"/>
            </a:pPr>
            <a:r>
              <a:rPr lang="en-US" b="1" u="none" strike="noStrike" dirty="0">
                <a:effectLst/>
                <a:latin typeface="Google Sans"/>
              </a:rPr>
              <a:t>Adjusting Spice Level:</a:t>
            </a:r>
            <a:r>
              <a:rPr lang="en-US" b="0" u="none" strike="noStrike" dirty="0">
                <a:effectLst/>
                <a:latin typeface="Google Sans"/>
              </a:rPr>
              <a:t> If a curry is too hot, mellow it by adding fat (coconut milk), sugar, or acidity (lime juice).</a:t>
            </a:r>
          </a:p>
          <a:p>
            <a:pPr>
              <a:buFont typeface="Arial" panose="020B0604020202020204" pitchFamily="34" charset="0"/>
              <a:buChar char="•"/>
            </a:pPr>
            <a:r>
              <a:rPr lang="en-US" b="1" u="none" strike="noStrike" dirty="0">
                <a:effectLst/>
                <a:latin typeface="Google Sans"/>
              </a:rPr>
              <a:t>Easy Ingredient Substitutions:</a:t>
            </a:r>
            <a:r>
              <a:rPr lang="en-US" b="0" u="none" strike="noStrike" dirty="0">
                <a:effectLst/>
                <a:latin typeface="Google Sans"/>
              </a:rPr>
              <a:t> If palm sugar is unavailable, use brown sugar. If galangal is unavailable, use ginger (though it will change the flavor slightly).</a:t>
            </a:r>
          </a:p>
          <a:p>
            <a:pPr>
              <a:buFont typeface="Arial" panose="020B0604020202020204" pitchFamily="34" charset="0"/>
              <a:buChar char="•"/>
            </a:pPr>
            <a:r>
              <a:rPr lang="en-US" b="1" u="none" strike="noStrike" dirty="0">
                <a:effectLst/>
                <a:latin typeface="Google Sans"/>
              </a:rPr>
              <a:t>Simplifying Pad Thai:</a:t>
            </a:r>
            <a:r>
              <a:rPr lang="en-US" b="0" u="none" strike="noStrike" dirty="0">
                <a:effectLst/>
                <a:latin typeface="Google Sans"/>
              </a:rPr>
              <a:t> Instead of complex traditional methods, use tamarind paste, fish sauce, and palm sugar for the base sauce.</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758825" cy="5047536"/>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File component - </a:t>
            </a:r>
            <a:r>
              <a:rPr lang="en-US" dirty="0"/>
              <a:t>Stores and retrieves user data, meal logs, and nutritional datasets for analysis and tracking.</a:t>
            </a:r>
          </a:p>
          <a:p>
            <a:endParaRPr lang="en-US" dirty="0"/>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043AF5A7-CFBF-45DA-A7F4-895C2117F2CB}"/>
              </a:ext>
            </a:extLst>
          </p:cNvPr>
          <p:cNvPicPr>
            <a:picLocks noChangeAspect="1"/>
          </p:cNvPicPr>
          <p:nvPr/>
        </p:nvPicPr>
        <p:blipFill>
          <a:blip r:embed="rId3"/>
          <a:stretch>
            <a:fillRect/>
          </a:stretch>
        </p:blipFill>
        <p:spPr>
          <a:xfrm>
            <a:off x="0" y="469776"/>
            <a:ext cx="12192000" cy="591844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2893100"/>
          </a:xfrm>
          <a:prstGeom prst="rect">
            <a:avLst/>
          </a:prstGeom>
          <a:noFill/>
        </p:spPr>
        <p:txBody>
          <a:bodyPr wrap="square" rtlCol="0">
            <a:spAutoFit/>
          </a:bodyPr>
          <a:lstStyle/>
          <a:p>
            <a:r>
              <a:rPr lang="en-US" b="1" dirty="0"/>
              <a:t>Role of Agentic AI in Thai Recipe Agent</a:t>
            </a:r>
          </a:p>
          <a:p>
            <a:r>
              <a:rPr lang="en-US" b="0" u="none" strike="noStrike" dirty="0">
                <a:effectLst/>
                <a:latin typeface="Google Sans"/>
              </a:rPr>
              <a:t>Agentic AI in a Thai Recipe Agent elevates it from a passive recipe database into an </a:t>
            </a:r>
            <a:r>
              <a:rPr lang="en-US" b="1" u="none" strike="noStrike" dirty="0">
                <a:effectLst/>
                <a:latin typeface="Google Sans"/>
              </a:rPr>
              <a:t>autonomous kitchen assistant</a:t>
            </a:r>
            <a:r>
              <a:rPr lang="en-US" b="0" u="none" strike="noStrike" dirty="0">
                <a:effectLst/>
                <a:latin typeface="Google Sans"/>
              </a:rPr>
              <a:t> that plans, acts, and learns, mimicking the skills of a Thai chef rather than just searching for text . While generative AI might create a recipe, an agentic system executes the entire workflow, from checking inventory to adapting flavors.</a:t>
            </a:r>
          </a:p>
          <a:p>
            <a:r>
              <a:rPr lang="en-US" b="0" u="none" strike="noStrike" dirty="0">
                <a:effectLst/>
                <a:latin typeface="Google Sans"/>
              </a:rPr>
              <a:t>Here is the role of Agentic AI in a Thai Recipe Agent:</a:t>
            </a:r>
          </a:p>
          <a:p>
            <a:r>
              <a:rPr lang="en-US" b="1" u="none" strike="noStrike" dirty="0">
                <a:effectLst/>
                <a:latin typeface="Google Sans"/>
              </a:rPr>
              <a:t>. Goal-Oriented Planning and Reasoning</a:t>
            </a:r>
          </a:p>
          <a:p>
            <a:r>
              <a:rPr lang="en-US" b="0" u="none" strike="noStrike" dirty="0">
                <a:effectLst/>
                <a:latin typeface="Google Sans"/>
              </a:rPr>
              <a:t>Instead of providing a one-off recipe, an agentic Thai assistant breaks down complex goals.</a:t>
            </a:r>
          </a:p>
          <a:p>
            <a:pPr>
              <a:buFont typeface="Arial" panose="020B0604020202020204" pitchFamily="34" charset="0"/>
              <a:buChar char="•"/>
            </a:pPr>
            <a:r>
              <a:rPr lang="en-US" b="1" u="none" strike="noStrike" dirty="0">
                <a:effectLst/>
                <a:latin typeface="Google Sans"/>
              </a:rPr>
              <a:t>Menu Planning:</a:t>
            </a:r>
            <a:r>
              <a:rPr lang="en-US" b="0" u="none" strike="noStrike" dirty="0">
                <a:effectLst/>
                <a:latin typeface="Google Sans"/>
              </a:rPr>
              <a:t> You ask for a "complete Northern Thai dinner." The agent plans courses that balance flavors and textures (e.g., pairing Khao Soi with sour pickles) .</a:t>
            </a:r>
          </a:p>
          <a:p>
            <a:pPr>
              <a:buFont typeface="Arial" panose="020B0604020202020204" pitchFamily="34" charset="0"/>
              <a:buChar char="•"/>
            </a:pPr>
            <a:r>
              <a:rPr lang="en-US" b="1" u="none" strike="noStrike" dirty="0">
                <a:effectLst/>
                <a:latin typeface="Google Sans"/>
              </a:rPr>
              <a:t>Constraint Handling:</a:t>
            </a:r>
            <a:r>
              <a:rPr lang="en-US" b="0" u="none" strike="noStrike" dirty="0">
                <a:effectLst/>
                <a:latin typeface="Google Sans"/>
              </a:rPr>
              <a:t> The agent respects limitations, such as finding a "dairy-free, low-sodium Tom Yum" or adjusting for available ingredients (e.g., substituting Thai basil for Holy basil)</a:t>
            </a:r>
          </a:p>
          <a:p>
            <a:r>
              <a:rPr 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ibm-granite-4h-small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Single-Agent Intelligence</a:t>
            </a:r>
            <a:r>
              <a:rPr lang="en-IN" sz="1800" dirty="0"/>
              <a:t>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 (Change Later)</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1443</TotalTime>
  <Words>1410</Words>
  <Application>Microsoft Office PowerPoint</Application>
  <PresentationFormat>Widescreen</PresentationFormat>
  <Paragraphs>122</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Google Sans</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 C12</cp:lastModifiedBy>
  <cp:revision>51</cp:revision>
  <dcterms:created xsi:type="dcterms:W3CDTF">2025-07-08T05:06:56Z</dcterms:created>
  <dcterms:modified xsi:type="dcterms:W3CDTF">2026-04-29T06:06:52Z</dcterms:modified>
</cp:coreProperties>
</file>